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 sz="5400">
                <a:solidFill>
                  <a:srgbClr val="3ECF8E"/>
                </a:solidFill>
              </a:defRPr>
            </a:pPr>
            <a:r>
              <a:t>Guia de Configuração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Backend Supabase com Node.js</a:t>
            </a:r>
          </a:p>
          <a:p>
            <a:r>
              <a:t>Banco de Dados • API • Segurança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3ECF8E"/>
                </a:solidFill>
              </a:defRPr>
            </a:pPr>
            <a:r>
              <a:t>📦 Setup Inicial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1. Instalar dependências: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npm install @supabase/supabase-js dotenv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2. Configurar arquivo .env: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SUPABASE_URL=https://seu-projeto...co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SUPABASE_KEY=eyJhbg... (sua anon key)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PORT=3000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3ECF8E"/>
                </a:solidFill>
              </a:defRPr>
            </a:pPr>
            <a:r>
              <a:t>🗄️ Modelagem do Banco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Tabelas Essenciais: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-------------------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👤 Clientes: Nome, Email, Telefone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📦 Produtos: Categoria, Preço, Estoque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🛒 Pedidos: JSONB Itens, Cliente ID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✅ Índices criados para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3ECF8E"/>
                </a:solidFill>
              </a:defRPr>
            </a:pPr>
            <a:r>
              <a:t>💾 SQL: Tabela Pedidos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1400">
                <a:solidFill>
                  <a:srgbClr val="DCDCDC"/>
                </a:solidFill>
                <a:latin typeface="Courier New"/>
              </a:defRPr>
            </a:pPr>
            <a:r>
              <a:t>CREATE TABLE pedidos (</a:t>
            </a:r>
            <a:br/>
            <a:r>
              <a:t>  id BIGSERIAL PRIMARY KEY,</a:t>
            </a:r>
            <a:br/>
            <a:r>
              <a:t>  clienteId BIGINT REFERENCES clientes(id),</a:t>
            </a:r>
            <a:br/>
            <a:r>
              <a:t>  itens JSONB NOT NULL,</a:t>
            </a:r>
            <a:br/>
            <a:r>
              <a:t>  valorTotal DECIMAL(10, 2) NOT NULL,</a:t>
            </a:r>
            <a:br/>
            <a:r>
              <a:t>  status VARCHAR(50) DEFAULT 'pendente',</a:t>
            </a:r>
            <a:br/>
            <a:r>
              <a:t>  created_at TIMESTAMP DEFAULT CURRENT_TIMESTAMP</a:t>
            </a:r>
            <a:br/>
            <a:r>
              <a:t>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3ECF8E"/>
                </a:solidFill>
              </a:defRPr>
            </a:pPr>
            <a:r>
              <a:t>🔒 Segurança (RLS)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O Row Level Security é OBRIGATÓRIO.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Política Pública (Ambiente Dev):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CREATE POLICY 'Allow public access'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ON clientes FOR ALL USING (true);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⚠️ Replique para todas as tabelas.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3ECF8E"/>
                </a:solidFill>
              </a:defRPr>
            </a:pPr>
            <a:r>
              <a:t>📡 API Endpoints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👤 CLIENTES: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GET  /api/clientes  |  POST /api/clientes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📦 PRODUTOS: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GET  /api/produtos/:id  |  PUT ...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🛒 PEDIDOS: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POST /api/pedidos (Checkout)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DELETE /api/pedidos/:id (Cancelar)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defRPr b="1" sz="4000">
                <a:solidFill>
                  <a:srgbClr val="3ECF8E"/>
                </a:solidFill>
              </a:defRPr>
            </a:pPr>
            <a:r>
              <a:t>🚀 Próximos Passos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1. Crie o arquivo .env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2. Rode o script SQL no Dashboard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3. Inicie o servidor: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   npm start</a:t>
            </a: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</a:p>
          <a:p>
            <a:pPr>
              <a:spcAft>
                <a:spcPts val="1400"/>
              </a:spcAft>
              <a:defRPr sz="2400">
                <a:solidFill>
                  <a:srgbClr val="FFFFFF"/>
                </a:solidFill>
              </a:defRPr>
            </a:pPr>
            <a:r>
              <a:t>Servidor online: http://localhost:3000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